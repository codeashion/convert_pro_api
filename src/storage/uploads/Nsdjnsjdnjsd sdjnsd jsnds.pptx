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3D73-3281-B6C4-A237-51D974FC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076E6-4E7E-6284-C11D-311AC57BC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6E372-BE2C-8B01-602E-ED97D088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731D5-D9A8-85E3-4812-73D7122E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A03B-278E-E6A6-E204-5F829EFF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49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F87C-A5A8-D516-8A72-657AB6DE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FCE0-1841-0EA3-8F0C-D92BA40FB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4CE89-6FA5-E715-B43B-B61B8EC0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16DE3-F972-17D5-2DA8-8BE0DAA7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DA04D-1D23-B5D1-D416-E8943470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35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066A-8D27-FAD2-C018-651C6F23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71D2D-F340-5DF9-F45B-4E66CB85A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0B7F7-327F-9454-D499-699597E1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C402A-3D89-0625-6ECA-01ED32E0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9E2C3-5B40-B66C-CF6C-F633B003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810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768A-BEB6-823C-88E6-5C660C30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D9C44-8F63-67AB-9352-696B38FB4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029BE-2B65-AA76-C4D8-AE08ADD8F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A568D-60BC-426F-F245-0EF3B068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85BCF-2175-AF53-6C1E-A6D54849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F0B4B-02B8-1C09-6AEF-AD4ECC17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10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5757-D4F4-22AE-F285-FA40EBDCA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AEE2A-8C5A-871F-6B8F-3890FAF2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C72FD-9BB3-1ABB-6D15-9A04D12F3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D03E63-2DC1-F769-1C95-0FACBC9D6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8FFBD-F6FC-0ADA-F263-B1E689F24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6E9F6-C87D-FED5-6DCB-3F28E8C6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642D0-A6FD-05C9-6337-1134B7F2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ED5D6-B6C8-D84C-F027-33637F8D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1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A05D-5568-E29B-A718-2A3ED64D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5460C-E9DD-FD07-B65E-5E5349DE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DE431-76F8-48DC-E659-ACC94852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A298A-FC52-36E9-A750-389352DE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05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4F9C0-9508-F2EA-FBE0-4C209756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C373A-9E70-622D-2BDB-52CFB440D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0C28-3767-225B-44B9-0EB200BA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7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62DD-9174-4740-40DA-903056E2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20C80-BC46-54BA-E946-AC57F1D1E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9100C-88AF-E12C-C278-B06BA3B9C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45D0E-4D2C-928B-F8CC-CA4FB635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245D6-C4F1-5ECC-F6B5-CBAEB1B5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A6D52-9112-1D0E-B231-959420EC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77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F610-1484-45F8-8102-5A152C21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8BA2B-883D-EF89-063A-A0A1750E0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A8757-07F5-DC88-24D2-A68810CFC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6E610-A203-144E-4F30-DB59EA5D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8F110-5461-FFC3-9034-F8738A9B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67003-36D4-CCD7-FA5A-DAA2063B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0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DEBE8-0EB2-8494-DC08-DBD29BC8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0B65-69AB-7144-E19E-CFC1E6A24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81548-5A2B-4D3C-2B27-FDFEB76B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AC73B-7A81-2605-42AF-F3E68FE9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36AE2-A6E2-4B32-E713-3D2A51AB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6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43E54-AD4F-A8DC-16EB-01F045B3E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30766-7EAE-47C9-26CB-A1D08B337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AE6-8932-37D4-04E9-DC7951EC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93A4C-9B52-DAD6-CB1D-454164E4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6CBFA-DB53-0894-3042-137214DE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988C17-F906-35FB-6312-599D63AC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6646E-5DA5-0365-A821-1BA95CC95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6B125-D08D-FD19-1D31-0F9000C3C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9F438-F218-4203-9A08-C926B7353FEC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1FEF-7DB9-C18D-BC0A-6EEB9053C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1713-F2B5-A084-7615-F03766B8C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7E2C9-073F-4AA6-BCE6-7A777DE834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41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D8B6-AC57-E3E2-D540-9905A68EC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Nsdjnsjdnjsd</a:t>
            </a:r>
            <a:r>
              <a:rPr lang="en-IN" dirty="0"/>
              <a:t> </a:t>
            </a:r>
            <a:r>
              <a:rPr lang="en-IN" dirty="0" err="1"/>
              <a:t>sdjnsd</a:t>
            </a:r>
            <a:r>
              <a:rPr lang="en-IN" dirty="0"/>
              <a:t> </a:t>
            </a:r>
            <a:r>
              <a:rPr lang="en-IN" dirty="0" err="1"/>
              <a:t>jsnds</a:t>
            </a:r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91781-5D93-E9C3-023C-38467159D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Sjdsjdnjsnd</a:t>
            </a:r>
            <a:r>
              <a:rPr lang="en-IN" dirty="0"/>
              <a:t> </a:t>
            </a:r>
            <a:r>
              <a:rPr lang="en-IN" dirty="0" err="1"/>
              <a:t>nsjdjsd</a:t>
            </a:r>
            <a:r>
              <a:rPr lang="en-IN" dirty="0"/>
              <a:t> </a:t>
            </a:r>
            <a:r>
              <a:rPr lang="en-IN" dirty="0" err="1"/>
              <a:t>jsdjs</a:t>
            </a:r>
            <a:r>
              <a:rPr lang="en-IN" dirty="0"/>
              <a:t> mokli subject </a:t>
            </a:r>
            <a:r>
              <a:rPr lang="en-IN" dirty="0" err="1"/>
              <a:t>sjsdj</a:t>
            </a:r>
            <a:r>
              <a:rPr lang="en-IN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67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Nsdjnsjdnjsd sdjnsd jsnds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MANIYA MILAN</dc:creator>
  <cp:lastModifiedBy>MANIYA MILAN</cp:lastModifiedBy>
  <cp:revision>1</cp:revision>
  <dcterms:created xsi:type="dcterms:W3CDTF">2026-02-17T06:06:06Z</dcterms:created>
  <dcterms:modified xsi:type="dcterms:W3CDTF">2026-02-17T06:06:11Z</dcterms:modified>
</cp:coreProperties>
</file>